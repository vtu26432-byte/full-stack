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9C6DD1-9FBC-48FC-936A-45665680ED54}" v="1" dt="2026-05-04T16:50:10.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3" autoAdjust="0"/>
    <p:restoredTop sz="94622" autoAdjust="0"/>
  </p:normalViewPr>
  <p:slideViewPr>
    <p:cSldViewPr>
      <p:cViewPr varScale="1">
        <p:scale>
          <a:sx n="60" d="100"/>
          <a:sy n="60" d="100"/>
        </p:scale>
        <p:origin x="235"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a:solidFill>
                  <a:srgbClr val="C00000"/>
                </a:solidFill>
                <a:latin typeface="Arial" panose="020B0604020202020204" pitchFamily="34" charset="0"/>
                <a:cs typeface="Arial" panose="020B0604020202020204" pitchFamily="34" charset="0"/>
              </a:rPr>
              <a:t> 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 K. VAMSI KRISHNA– VTU26432 – 23UECS0755</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62491FA-35DC-C340-FBEA-AFBFFAFDA0BC}"/>
              </a:ext>
            </a:extLst>
          </p:cNvPr>
          <p:cNvPicPr>
            <a:picLocks noChangeAspect="1"/>
          </p:cNvPicPr>
          <p:nvPr/>
        </p:nvPicPr>
        <p:blipFill>
          <a:blip r:embed="rId3"/>
          <a:stretch>
            <a:fillRect/>
          </a:stretch>
        </p:blipFill>
        <p:spPr>
          <a:xfrm>
            <a:off x="2286000" y="1461611"/>
            <a:ext cx="14478000" cy="7772876"/>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E413302D-F89E-3BCC-9AAB-13D1422C1FC7}"/>
              </a:ext>
            </a:extLst>
          </p:cNvPr>
          <p:cNvPicPr>
            <a:picLocks noChangeAspect="1"/>
          </p:cNvPicPr>
          <p:nvPr/>
        </p:nvPicPr>
        <p:blipFill>
          <a:blip r:embed="rId3"/>
          <a:stretch>
            <a:fillRect/>
          </a:stretch>
        </p:blipFill>
        <p:spPr>
          <a:xfrm>
            <a:off x="2443244" y="1856817"/>
            <a:ext cx="7390328" cy="5420284"/>
          </a:xfrm>
          <a:prstGeom prst="rect">
            <a:avLst/>
          </a:prstGeom>
        </p:spPr>
      </p:pic>
      <p:pic>
        <p:nvPicPr>
          <p:cNvPr id="40" name="Picture 39">
            <a:extLst>
              <a:ext uri="{FF2B5EF4-FFF2-40B4-BE49-F238E27FC236}">
                <a16:creationId xmlns:a16="http://schemas.microsoft.com/office/drawing/2014/main" id="{624D830E-D5BE-80A6-8476-2DED1BE9548D}"/>
              </a:ext>
            </a:extLst>
          </p:cNvPr>
          <p:cNvPicPr>
            <a:picLocks noChangeAspect="1"/>
          </p:cNvPicPr>
          <p:nvPr/>
        </p:nvPicPr>
        <p:blipFill>
          <a:blip r:embed="rId4"/>
          <a:stretch>
            <a:fillRect/>
          </a:stretch>
        </p:blipFill>
        <p:spPr>
          <a:xfrm>
            <a:off x="10110392" y="1862491"/>
            <a:ext cx="7575642" cy="5643255"/>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05165659-FC10-56F1-C7AD-7C5A21F6B477}"/>
              </a:ext>
            </a:extLst>
          </p:cNvPr>
          <p:cNvPicPr>
            <a:picLocks noChangeAspect="1"/>
          </p:cNvPicPr>
          <p:nvPr/>
        </p:nvPicPr>
        <p:blipFill>
          <a:blip r:embed="rId3"/>
          <a:stretch>
            <a:fillRect/>
          </a:stretch>
        </p:blipFill>
        <p:spPr>
          <a:xfrm>
            <a:off x="2040515" y="2055811"/>
            <a:ext cx="7408845" cy="5976937"/>
          </a:xfrm>
          <a:prstGeom prst="rect">
            <a:avLst/>
          </a:prstGeom>
        </p:spPr>
      </p:pic>
      <p:pic>
        <p:nvPicPr>
          <p:cNvPr id="40" name="Picture 39">
            <a:extLst>
              <a:ext uri="{FF2B5EF4-FFF2-40B4-BE49-F238E27FC236}">
                <a16:creationId xmlns:a16="http://schemas.microsoft.com/office/drawing/2014/main" id="{E7A702CE-6400-A438-12F7-DC137202DA8C}"/>
              </a:ext>
            </a:extLst>
          </p:cNvPr>
          <p:cNvPicPr>
            <a:picLocks noChangeAspect="1"/>
          </p:cNvPicPr>
          <p:nvPr/>
        </p:nvPicPr>
        <p:blipFill>
          <a:blip r:embed="rId4"/>
          <a:stretch>
            <a:fillRect/>
          </a:stretch>
        </p:blipFill>
        <p:spPr>
          <a:xfrm>
            <a:off x="9573891" y="2681228"/>
            <a:ext cx="8233597" cy="483209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3"/>
          <a:stretch>
            <a:fillRect/>
          </a:stretch>
        </p:blipFill>
        <p:spPr>
          <a:xfrm>
            <a:off x="9546183" y="1928711"/>
            <a:ext cx="8261306" cy="6359781"/>
          </a:xfrm>
          <a:prstGeom prst="rect">
            <a:avLst/>
          </a:prstGeom>
        </p:spPr>
      </p:pic>
      <p:pic>
        <p:nvPicPr>
          <p:cNvPr id="6" name="Picture 5">
            <a:extLst>
              <a:ext uri="{FF2B5EF4-FFF2-40B4-BE49-F238E27FC236}">
                <a16:creationId xmlns:a16="http://schemas.microsoft.com/office/drawing/2014/main" id="{C296428B-DCCB-647E-0D77-1B845A979517}"/>
              </a:ext>
            </a:extLst>
          </p:cNvPr>
          <p:cNvPicPr>
            <a:picLocks noChangeAspect="1"/>
          </p:cNvPicPr>
          <p:nvPr/>
        </p:nvPicPr>
        <p:blipFill>
          <a:blip r:embed="rId4"/>
          <a:stretch>
            <a:fillRect/>
          </a:stretch>
        </p:blipFill>
        <p:spPr>
          <a:xfrm>
            <a:off x="2028915" y="2629731"/>
            <a:ext cx="7077936" cy="513111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653</TotalTime>
  <Words>773</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Arial</vt:lpstr>
      <vt:lpstr>Gotham Bold Italics</vt:lpstr>
      <vt:lpstr>Gotham</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BALAJI MADALA</cp:lastModifiedBy>
  <cp:revision>27</cp:revision>
  <dcterms:created xsi:type="dcterms:W3CDTF">2006-08-16T00:00:00Z</dcterms:created>
  <dcterms:modified xsi:type="dcterms:W3CDTF">2026-05-05T13:12:37Z</dcterms:modified>
  <dc:identifier>DAHCaYqJ9OU</dc:identifier>
</cp:coreProperties>
</file>