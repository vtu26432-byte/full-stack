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B2BD52-C5C5-435A-AC51-483E303FD0B6}" v="8" dt="2026-04-19T16:35:47.8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22" autoAdjust="0"/>
  </p:normalViewPr>
  <p:slideViewPr>
    <p:cSldViewPr>
      <p:cViewPr varScale="1">
        <p:scale>
          <a:sx n="60" d="100"/>
          <a:sy n="60" d="100"/>
        </p:scale>
        <p:origin x="149"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20-04-2026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K.VAMSI KRISHNA  – VTU26432 – 23UECS0755</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893870" y="6972300"/>
            <a:ext cx="16059100" cy="1384995"/>
          </a:xfrm>
          <a:prstGeom prst="rect">
            <a:avLst/>
          </a:prstGeom>
          <a:noFill/>
        </p:spPr>
        <p:txBody>
          <a:bodyPr wrap="square" rtlCol="0">
            <a:spAutoFit/>
          </a:bodyPr>
          <a:lstStyle/>
          <a:p>
            <a:r>
              <a:rPr lang="en-US" sz="2800" b="1">
                <a:latin typeface="Times New Roman" panose="02020603050405020304" pitchFamily="18" charset="0"/>
                <a:ea typeface="Cambria" panose="02040503050406030204" pitchFamily="18" charset="0"/>
                <a:cs typeface="Times New Roman" panose="02020603050405020304" pitchFamily="18" charset="0"/>
              </a:rPr>
              <a:t>SDG</a:t>
            </a:r>
            <a:r>
              <a:rPr lang="en-US" sz="2800" b="1" dirty="0">
                <a:latin typeface="Times New Roman" panose="02020603050405020304" pitchFamily="18" charset="0"/>
                <a:ea typeface="Cambria" panose="02040503050406030204" pitchFamily="18" charset="0"/>
                <a:cs typeface="Times New Roman" panose="02020603050405020304" pitchFamily="18" charset="0"/>
              </a:rPr>
              <a:t>: 9  , 12 – Industry , Innovation and Infrastructure , reducing paper</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a:p>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a:p>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p>
          <a:p>
            <a:pPr lvl="1"/>
            <a:endParaRPr lang="en-US" sz="2800" dirty="0"/>
          </a:p>
          <a:p>
            <a:pPr marL="457200" indent="-457200">
              <a:buFontTx/>
              <a:buChar char="-"/>
            </a:pPr>
            <a:r>
              <a:rPr lang="en-US" sz="2800" dirty="0"/>
              <a:t>2. It allows users to register, view events, and book tickets.</a:t>
            </a:r>
          </a:p>
          <a:p>
            <a:pPr marL="457200" indent="-457200">
              <a:buFontTx/>
              <a:buChar char="-"/>
            </a:pPr>
            <a:endParaRPr lang="en-US" sz="2800" dirty="0"/>
          </a:p>
          <a:p>
            <a:pPr marL="457200" indent="-457200">
              <a:buFontTx/>
              <a:buChar char="-"/>
            </a:pPr>
            <a:r>
              <a:rPr lang="en-US" sz="2800" dirty="0"/>
              <a:t>3. Admin can create and manage events.</a:t>
            </a:r>
          </a:p>
          <a:p>
            <a:pPr marL="457200" indent="-457200">
              <a:buFontTx/>
              <a:buChar char="-"/>
            </a:pPr>
            <a:endParaRPr lang="en-US" sz="2800" dirty="0"/>
          </a:p>
          <a:p>
            <a:pPr marL="457200" indent="-457200">
              <a:buFontTx/>
              <a:buChar char="-"/>
            </a:pPr>
            <a:r>
              <a:rPr lang="en-US" sz="2800" dirty="0"/>
              <a:t>4. It provides real-time ticket availability and instant booking confirmation.</a:t>
            </a:r>
          </a:p>
          <a:p>
            <a:pPr marL="457200" indent="-457200">
              <a:buFontTx/>
              <a:buChar char="-"/>
            </a:pPr>
            <a:endParaRPr lang="en-US" sz="2800" dirty="0"/>
          </a:p>
          <a:p>
            <a:pPr marL="457200" indent="-457200">
              <a:buFontTx/>
              <a:buChar char="-"/>
            </a:pPr>
            <a:r>
              <a:rPr lang="en-US" sz="2800" dirty="0"/>
              <a:t>5. The system stores booking details securely and generates reports.</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Money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9E0B6316-3D23-C0E7-64BD-DF7D7446BF73}"/>
              </a:ext>
            </a:extLst>
          </p:cNvPr>
          <p:cNvPicPr>
            <a:picLocks noChangeAspect="1"/>
          </p:cNvPicPr>
          <p:nvPr/>
        </p:nvPicPr>
        <p:blipFill>
          <a:blip r:embed="rId3"/>
          <a:stretch>
            <a:fillRect/>
          </a:stretch>
        </p:blipFill>
        <p:spPr>
          <a:xfrm>
            <a:off x="2074293" y="1146935"/>
            <a:ext cx="13411200" cy="8940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9A99534B-837A-AD2B-B6C3-CF92D4CC3FEE}"/>
              </a:ext>
            </a:extLst>
          </p:cNvPr>
          <p:cNvPicPr>
            <a:picLocks noChangeAspect="1"/>
          </p:cNvPicPr>
          <p:nvPr/>
        </p:nvPicPr>
        <p:blipFill>
          <a:blip r:embed="rId3"/>
          <a:stretch>
            <a:fillRect/>
          </a:stretch>
        </p:blipFill>
        <p:spPr>
          <a:xfrm>
            <a:off x="2209800" y="1146935"/>
            <a:ext cx="13592562" cy="90617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endParaRPr lang="en-US" sz="2800" dirty="0">
              <a:solidFill>
                <a:srgbClr val="0033CC"/>
              </a:solidFill>
            </a:endParaRPr>
          </a:p>
          <a:p>
            <a:r>
              <a:rPr lang="en-US" sz="2800" dirty="0"/>
              <a:t>1.Node </a:t>
            </a:r>
            <a:r>
              <a:rPr lang="en-US" sz="2800" dirty="0" err="1"/>
              <a:t>Js</a:t>
            </a:r>
            <a:endParaRPr lang="en-US" sz="2800" dirty="0"/>
          </a:p>
          <a:p>
            <a:endParaRPr lang="en-US" sz="2800" dirty="0"/>
          </a:p>
          <a:p>
            <a:r>
              <a:rPr lang="en-US" sz="2800" dirty="0">
                <a:solidFill>
                  <a:srgbClr val="0033CC"/>
                </a:solidFill>
              </a:rPr>
              <a:t> Data Base / Tools:</a:t>
            </a:r>
          </a:p>
          <a:p>
            <a:endParaRPr lang="en-US" sz="2800" dirty="0"/>
          </a:p>
          <a:p>
            <a:r>
              <a:rPr lang="en-US" sz="2800" dirty="0"/>
              <a:t>1.Firebase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Quiz Management</a:t>
            </a:r>
          </a:p>
          <a:p>
            <a:r>
              <a:rPr lang="en-US" sz="2800" dirty="0"/>
              <a:t>Allows admin to create, update, and delete events and manage event details.</a:t>
            </a:r>
            <a:endParaRPr lang="en-IN" sz="2800" dirty="0"/>
          </a:p>
          <a:p>
            <a:endParaRPr lang="en-IN" sz="2800" dirty="0"/>
          </a:p>
          <a:p>
            <a:r>
              <a:rPr lang="en-IN" sz="2800" b="1" dirty="0"/>
              <a:t>Module 3: Ticket Booking</a:t>
            </a:r>
          </a:p>
          <a:p>
            <a:r>
              <a:rPr lang="en-US" sz="2800" dirty="0"/>
              <a:t>Enables users to view events, select tickets, and complete the booking process.</a:t>
            </a:r>
            <a:endParaRPr lang="en-IN" sz="2800" dirty="0"/>
          </a:p>
          <a:p>
            <a:endParaRPr lang="en-IN" sz="2800" dirty="0"/>
          </a:p>
          <a:p>
            <a:r>
              <a:rPr lang="en-IN" sz="2800" b="1" dirty="0"/>
              <a:t>Module 4: Booking Confirmation</a:t>
            </a:r>
          </a:p>
          <a:p>
            <a:r>
              <a:rPr lang="en-US" sz="2800" dirty="0"/>
              <a:t>Generates booking confirmation and allows users to download or receive tickets.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9C2563C-AFBD-F91A-B0F9-A7FBEA54FBDF}"/>
              </a:ext>
            </a:extLst>
          </p:cNvPr>
          <p:cNvPicPr>
            <a:picLocks noChangeAspect="1"/>
          </p:cNvPicPr>
          <p:nvPr/>
        </p:nvPicPr>
        <p:blipFill>
          <a:blip r:embed="rId3"/>
          <a:stretch>
            <a:fillRect/>
          </a:stretch>
        </p:blipFill>
        <p:spPr>
          <a:xfrm>
            <a:off x="2133600" y="1265170"/>
            <a:ext cx="14826838" cy="8574254"/>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F77AA93F-B29B-9864-7380-09D6DB332967}"/>
              </a:ext>
            </a:extLst>
          </p:cNvPr>
          <p:cNvPicPr>
            <a:picLocks noChangeAspect="1"/>
          </p:cNvPicPr>
          <p:nvPr/>
        </p:nvPicPr>
        <p:blipFill>
          <a:blip r:embed="rId3"/>
          <a:stretch>
            <a:fillRect/>
          </a:stretch>
        </p:blipFill>
        <p:spPr>
          <a:xfrm>
            <a:off x="2815924" y="1152939"/>
            <a:ext cx="13026447" cy="8824368"/>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02CAEC17-9C72-51C3-CC3F-168ADC396688}"/>
              </a:ext>
            </a:extLst>
          </p:cNvPr>
          <p:cNvPicPr>
            <a:picLocks noChangeAspect="1"/>
          </p:cNvPicPr>
          <p:nvPr/>
        </p:nvPicPr>
        <p:blipFill>
          <a:blip r:embed="rId3"/>
          <a:stretch>
            <a:fillRect/>
          </a:stretch>
        </p:blipFill>
        <p:spPr>
          <a:xfrm>
            <a:off x="2057400" y="2015465"/>
            <a:ext cx="8042168" cy="6017990"/>
          </a:xfrm>
          <a:prstGeom prst="rect">
            <a:avLst/>
          </a:prstGeom>
        </p:spPr>
      </p:pic>
      <p:pic>
        <p:nvPicPr>
          <p:cNvPr id="38" name="Picture 37">
            <a:extLst>
              <a:ext uri="{FF2B5EF4-FFF2-40B4-BE49-F238E27FC236}">
                <a16:creationId xmlns:a16="http://schemas.microsoft.com/office/drawing/2014/main" id="{887FE0BC-E816-DF0D-E185-0EED1B11D727}"/>
              </a:ext>
            </a:extLst>
          </p:cNvPr>
          <p:cNvPicPr>
            <a:picLocks noChangeAspect="1"/>
          </p:cNvPicPr>
          <p:nvPr/>
        </p:nvPicPr>
        <p:blipFill>
          <a:blip r:embed="rId4"/>
          <a:stretch>
            <a:fillRect/>
          </a:stretch>
        </p:blipFill>
        <p:spPr>
          <a:xfrm>
            <a:off x="10291726" y="1859697"/>
            <a:ext cx="7185060" cy="659511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56D880EE-28EB-D796-0F56-BD81CA6012E2}"/>
              </a:ext>
            </a:extLst>
          </p:cNvPr>
          <p:cNvPicPr>
            <a:picLocks noChangeAspect="1"/>
          </p:cNvPicPr>
          <p:nvPr/>
        </p:nvPicPr>
        <p:blipFill>
          <a:blip r:embed="rId3"/>
          <a:stretch>
            <a:fillRect/>
          </a:stretch>
        </p:blipFill>
        <p:spPr>
          <a:xfrm>
            <a:off x="1797978" y="1849506"/>
            <a:ext cx="8184222" cy="5350763"/>
          </a:xfrm>
          <a:prstGeom prst="rect">
            <a:avLst/>
          </a:prstGeom>
        </p:spPr>
      </p:pic>
      <p:pic>
        <p:nvPicPr>
          <p:cNvPr id="38" name="Picture 37">
            <a:extLst>
              <a:ext uri="{FF2B5EF4-FFF2-40B4-BE49-F238E27FC236}">
                <a16:creationId xmlns:a16="http://schemas.microsoft.com/office/drawing/2014/main" id="{1201CA71-783A-8C89-D4AA-B6998B563C7E}"/>
              </a:ext>
            </a:extLst>
          </p:cNvPr>
          <p:cNvPicPr>
            <a:picLocks noChangeAspect="1"/>
          </p:cNvPicPr>
          <p:nvPr/>
        </p:nvPicPr>
        <p:blipFill>
          <a:blip r:embed="rId4"/>
          <a:stretch>
            <a:fillRect/>
          </a:stretch>
        </p:blipFill>
        <p:spPr>
          <a:xfrm>
            <a:off x="10124197" y="1859697"/>
            <a:ext cx="7463995" cy="5306211"/>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3.Security and Malpractice Issues.</a:t>
            </a:r>
          </a:p>
          <a:p>
            <a:r>
              <a:rPr lang="en-US" sz="2800" dirty="0"/>
              <a:t>4.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656</TotalTime>
  <Words>781</Words>
  <Application>Microsoft Office PowerPoint</Application>
  <PresentationFormat>Custom</PresentationFormat>
  <Paragraphs>329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Bookman Old Style</vt:lpstr>
      <vt:lpstr>Times New Roman</vt:lpstr>
      <vt:lpstr>Wingdings</vt:lpstr>
      <vt:lpstr>Calibri</vt:lpstr>
      <vt:lpstr>Cambria</vt:lpstr>
      <vt:lpstr>Gotham</vt:lpstr>
      <vt:lpstr>Arial</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BALAJI MADALA</cp:lastModifiedBy>
  <cp:revision>27</cp:revision>
  <dcterms:created xsi:type="dcterms:W3CDTF">2006-08-16T00:00:00Z</dcterms:created>
  <dcterms:modified xsi:type="dcterms:W3CDTF">2026-04-20T04:52:16Z</dcterms:modified>
  <dc:identifier>DAHCaYqJ9OU</dc:identifier>
</cp:coreProperties>
</file>